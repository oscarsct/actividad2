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legraf" charset="1" panose="00000500000000000000"/>
      <p:regular r:id="rId13"/>
    </p:embeddedFont>
    <p:embeddedFont>
      <p:font typeface="Times New Roman" charset="1" panose="020206030504050203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0365" y="4099506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80560" y="5527548"/>
            <a:ext cx="9326880" cy="3730752"/>
            <a:chOff x="0" y="0"/>
            <a:chExt cx="6350000" cy="254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6"/>
              <a:stretch>
                <a:fillRect l="0" t="-24020" r="0" b="-1660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92403" y="5039391"/>
            <a:ext cx="976314" cy="97631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957631" y="4765745"/>
            <a:ext cx="501983" cy="5019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69126" y="7762204"/>
            <a:ext cx="276628" cy="27662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37143" y="7054878"/>
            <a:ext cx="276628" cy="27662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07723" y="9186180"/>
            <a:ext cx="872554" cy="72120"/>
            <a:chOff x="0" y="0"/>
            <a:chExt cx="229809" cy="189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9809" cy="18995"/>
            </a:xfrm>
            <a:custGeom>
              <a:avLst/>
              <a:gdLst/>
              <a:ahLst/>
              <a:cxnLst/>
              <a:rect r="r" b="b" t="t" l="l"/>
              <a:pathLst>
                <a:path h="18995" w="229809">
                  <a:moveTo>
                    <a:pt x="0" y="0"/>
                  </a:moveTo>
                  <a:lnTo>
                    <a:pt x="229809" y="0"/>
                  </a:lnTo>
                  <a:lnTo>
                    <a:pt x="229809" y="18995"/>
                  </a:lnTo>
                  <a:lnTo>
                    <a:pt x="0" y="18995"/>
                  </a:ln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29809" cy="7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0360" y="1917823"/>
            <a:ext cx="15687280" cy="464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2"/>
              </a:lnSpc>
              <a:spcBef>
                <a:spcPct val="0"/>
              </a:spcBef>
            </a:pPr>
            <a:r>
              <a:rPr lang="en-US" sz="12930" spc="-8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JUEGO DE LA SERPIENTE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989060"/>
            <a:ext cx="211138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reallygreatsite.com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91233" y="8989060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27 March, 2024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0365" y="4099506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82314" y="2068439"/>
            <a:ext cx="1473687" cy="14736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08308" y="5438012"/>
            <a:ext cx="501983" cy="50198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05686" y="7131748"/>
            <a:ext cx="276628" cy="2766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08494" y="6212638"/>
            <a:ext cx="276628" cy="2766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29817" y="2393551"/>
            <a:ext cx="872554" cy="72120"/>
            <a:chOff x="0" y="0"/>
            <a:chExt cx="229809" cy="189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9809" cy="18995"/>
            </a:xfrm>
            <a:custGeom>
              <a:avLst/>
              <a:gdLst/>
              <a:ahLst/>
              <a:cxnLst/>
              <a:rect r="r" b="b" t="t" l="l"/>
              <a:pathLst>
                <a:path h="18995" w="229809">
                  <a:moveTo>
                    <a:pt x="0" y="0"/>
                  </a:moveTo>
                  <a:lnTo>
                    <a:pt x="229809" y="0"/>
                  </a:lnTo>
                  <a:lnTo>
                    <a:pt x="229809" y="18995"/>
                  </a:lnTo>
                  <a:lnTo>
                    <a:pt x="0" y="18995"/>
                  </a:ln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29809" cy="7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0" y="9211458"/>
            <a:ext cx="276628" cy="27662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7370628" y="6489266"/>
            <a:ext cx="9888672" cy="2207547"/>
          </a:xfrm>
          <a:custGeom>
            <a:avLst/>
            <a:gdLst/>
            <a:ahLst/>
            <a:cxnLst/>
            <a:rect r="r" b="b" t="t" l="l"/>
            <a:pathLst>
              <a:path h="2207547" w="9888672">
                <a:moveTo>
                  <a:pt x="0" y="0"/>
                </a:moveTo>
                <a:lnTo>
                  <a:pt x="9888672" y="0"/>
                </a:lnTo>
                <a:lnTo>
                  <a:pt x="9888672" y="2207547"/>
                </a:lnTo>
                <a:lnTo>
                  <a:pt x="0" y="2207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892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737076" y="1998569"/>
            <a:ext cx="5222314" cy="3690435"/>
          </a:xfrm>
          <a:custGeom>
            <a:avLst/>
            <a:gdLst/>
            <a:ahLst/>
            <a:cxnLst/>
            <a:rect r="r" b="b" t="t" l="l"/>
            <a:pathLst>
              <a:path h="3690435" w="5222314">
                <a:moveTo>
                  <a:pt x="0" y="0"/>
                </a:moveTo>
                <a:lnTo>
                  <a:pt x="5222313" y="0"/>
                </a:lnTo>
                <a:lnTo>
                  <a:pt x="5222313" y="3690435"/>
                </a:lnTo>
                <a:lnTo>
                  <a:pt x="0" y="3690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28700" y="2289504"/>
            <a:ext cx="7273318" cy="21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9044" spc="-61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Elementos iniciales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9981" y="6345894"/>
            <a:ext cx="3121202" cy="106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2600" spc="-7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la presentación, se hizo el uso de la librería de Turtle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21689" y="4551133"/>
            <a:ext cx="39977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Los presentes códigos son la configuración de ventana para el juego y la cabeza de la serpiente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0365" y="4099506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15142" y="3691338"/>
            <a:ext cx="1330214" cy="13302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57317" y="4728992"/>
            <a:ext cx="501983" cy="50198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38514" y="7506703"/>
            <a:ext cx="276628" cy="2766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17022" y="7033613"/>
            <a:ext cx="276628" cy="2766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318197" y="2181461"/>
            <a:ext cx="872554" cy="72120"/>
            <a:chOff x="0" y="0"/>
            <a:chExt cx="229809" cy="189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9809" cy="18995"/>
            </a:xfrm>
            <a:custGeom>
              <a:avLst/>
              <a:gdLst/>
              <a:ahLst/>
              <a:cxnLst/>
              <a:rect r="r" b="b" t="t" l="l"/>
              <a:pathLst>
                <a:path h="18995" w="229809">
                  <a:moveTo>
                    <a:pt x="0" y="0"/>
                  </a:moveTo>
                  <a:lnTo>
                    <a:pt x="229809" y="0"/>
                  </a:lnTo>
                  <a:lnTo>
                    <a:pt x="229809" y="18995"/>
                  </a:lnTo>
                  <a:lnTo>
                    <a:pt x="0" y="18995"/>
                  </a:ln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29809" cy="7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356054" y="7700766"/>
            <a:ext cx="11301259" cy="1850581"/>
          </a:xfrm>
          <a:custGeom>
            <a:avLst/>
            <a:gdLst/>
            <a:ahLst/>
            <a:cxnLst/>
            <a:rect r="r" b="b" t="t" l="l"/>
            <a:pathLst>
              <a:path h="1850581" w="11301259">
                <a:moveTo>
                  <a:pt x="0" y="0"/>
                </a:moveTo>
                <a:lnTo>
                  <a:pt x="11301259" y="0"/>
                </a:lnTo>
                <a:lnTo>
                  <a:pt x="11301259" y="1850581"/>
                </a:lnTo>
                <a:lnTo>
                  <a:pt x="0" y="1850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979278" y="4407668"/>
            <a:ext cx="4332157" cy="2609733"/>
          </a:xfrm>
          <a:custGeom>
            <a:avLst/>
            <a:gdLst/>
            <a:ahLst/>
            <a:cxnLst/>
            <a:rect r="r" b="b" t="t" l="l"/>
            <a:pathLst>
              <a:path h="2609733" w="4332157">
                <a:moveTo>
                  <a:pt x="0" y="0"/>
                </a:moveTo>
                <a:lnTo>
                  <a:pt x="4332156" y="0"/>
                </a:lnTo>
                <a:lnTo>
                  <a:pt x="4332156" y="2609733"/>
                </a:lnTo>
                <a:lnTo>
                  <a:pt x="0" y="2609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849510" y="4078125"/>
            <a:ext cx="3088279" cy="3232116"/>
          </a:xfrm>
          <a:custGeom>
            <a:avLst/>
            <a:gdLst/>
            <a:ahLst/>
            <a:cxnLst/>
            <a:rect r="r" b="b" t="t" l="l"/>
            <a:pathLst>
              <a:path h="3232116" w="3088279">
                <a:moveTo>
                  <a:pt x="0" y="0"/>
                </a:moveTo>
                <a:lnTo>
                  <a:pt x="3088279" y="0"/>
                </a:lnTo>
                <a:lnTo>
                  <a:pt x="3088279" y="3232116"/>
                </a:lnTo>
                <a:lnTo>
                  <a:pt x="0" y="3232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51262" y="888958"/>
            <a:ext cx="9731301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6000" spc="-40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Configuración de movimiento y coordenadas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71182" y="3108741"/>
            <a:ext cx="450906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spc="-4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Los presentes códigos muestran los movimientos de la serpiente y las coordenadas que se le asignan al momento de realizar el movimiento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0365" y="4099506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74258" y="1909657"/>
            <a:ext cx="872554" cy="72120"/>
            <a:chOff x="0" y="0"/>
            <a:chExt cx="229809" cy="189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809" cy="18995"/>
            </a:xfrm>
            <a:custGeom>
              <a:avLst/>
              <a:gdLst/>
              <a:ahLst/>
              <a:cxnLst/>
              <a:rect r="r" b="b" t="t" l="l"/>
              <a:pathLst>
                <a:path h="18995" w="229809">
                  <a:moveTo>
                    <a:pt x="0" y="0"/>
                  </a:moveTo>
                  <a:lnTo>
                    <a:pt x="229809" y="0"/>
                  </a:lnTo>
                  <a:lnTo>
                    <a:pt x="229809" y="18995"/>
                  </a:lnTo>
                  <a:lnTo>
                    <a:pt x="0" y="18995"/>
                  </a:ln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29809" cy="7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00360" y="4600955"/>
            <a:ext cx="1423502" cy="142350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11325" y="2954807"/>
            <a:ext cx="501983" cy="50198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42788" y="8577441"/>
            <a:ext cx="276628" cy="2766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551489" y="1981778"/>
            <a:ext cx="276628" cy="27662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213308" y="1626492"/>
            <a:ext cx="6243083" cy="2656631"/>
          </a:xfrm>
          <a:custGeom>
            <a:avLst/>
            <a:gdLst/>
            <a:ahLst/>
            <a:cxnLst/>
            <a:rect r="r" b="b" t="t" l="l"/>
            <a:pathLst>
              <a:path h="2656631" w="6243083">
                <a:moveTo>
                  <a:pt x="0" y="0"/>
                </a:moveTo>
                <a:lnTo>
                  <a:pt x="6243083" y="0"/>
                </a:lnTo>
                <a:lnTo>
                  <a:pt x="6243083" y="2656631"/>
                </a:lnTo>
                <a:lnTo>
                  <a:pt x="0" y="2656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213308" y="5162761"/>
            <a:ext cx="6243083" cy="3360860"/>
          </a:xfrm>
          <a:custGeom>
            <a:avLst/>
            <a:gdLst/>
            <a:ahLst/>
            <a:cxnLst/>
            <a:rect r="r" b="b" t="t" l="l"/>
            <a:pathLst>
              <a:path h="3360860" w="6243083">
                <a:moveTo>
                  <a:pt x="0" y="0"/>
                </a:moveTo>
                <a:lnTo>
                  <a:pt x="6243083" y="0"/>
                </a:lnTo>
                <a:lnTo>
                  <a:pt x="6243083" y="3360860"/>
                </a:lnTo>
                <a:lnTo>
                  <a:pt x="0" y="33608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72020" y="1571625"/>
            <a:ext cx="4443650" cy="170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6"/>
              </a:lnSpc>
            </a:pPr>
            <a:r>
              <a:rPr lang="en-US" sz="7100" spc="-48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Comida y mordida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72020" y="4778036"/>
            <a:ext cx="3801268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Ests códigos tienen la funcion de que al momento de que la serpiente coma, la fruto cambie a un lugar aleatorio del mapa y muestra cuando la serpiente atrapa a la comida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2579" y="2549538"/>
            <a:ext cx="4976721" cy="3099935"/>
            <a:chOff x="0" y="0"/>
            <a:chExt cx="1310741" cy="816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0741" cy="816444"/>
            </a:xfrm>
            <a:custGeom>
              <a:avLst/>
              <a:gdLst/>
              <a:ahLst/>
              <a:cxnLst/>
              <a:rect r="r" b="b" t="t" l="l"/>
              <a:pathLst>
                <a:path h="816444" w="1310741">
                  <a:moveTo>
                    <a:pt x="38891" y="0"/>
                  </a:moveTo>
                  <a:lnTo>
                    <a:pt x="1271851" y="0"/>
                  </a:lnTo>
                  <a:cubicBezTo>
                    <a:pt x="1293329" y="0"/>
                    <a:pt x="1310741" y="17412"/>
                    <a:pt x="1310741" y="38891"/>
                  </a:cubicBezTo>
                  <a:lnTo>
                    <a:pt x="1310741" y="777553"/>
                  </a:lnTo>
                  <a:cubicBezTo>
                    <a:pt x="1310741" y="787868"/>
                    <a:pt x="1306644" y="797760"/>
                    <a:pt x="1299351" y="805053"/>
                  </a:cubicBezTo>
                  <a:cubicBezTo>
                    <a:pt x="1292057" y="812346"/>
                    <a:pt x="1282165" y="816444"/>
                    <a:pt x="1271851" y="816444"/>
                  </a:cubicBezTo>
                  <a:lnTo>
                    <a:pt x="38891" y="816444"/>
                  </a:lnTo>
                  <a:cubicBezTo>
                    <a:pt x="28576" y="816444"/>
                    <a:pt x="18684" y="812346"/>
                    <a:pt x="11391" y="805053"/>
                  </a:cubicBezTo>
                  <a:cubicBezTo>
                    <a:pt x="4097" y="797760"/>
                    <a:pt x="0" y="787868"/>
                    <a:pt x="0" y="777553"/>
                  </a:cubicBezTo>
                  <a:lnTo>
                    <a:pt x="0" y="38891"/>
                  </a:lnTo>
                  <a:cubicBezTo>
                    <a:pt x="0" y="28576"/>
                    <a:pt x="4097" y="18684"/>
                    <a:pt x="11391" y="11391"/>
                  </a:cubicBezTo>
                  <a:cubicBezTo>
                    <a:pt x="18684" y="4097"/>
                    <a:pt x="28576" y="0"/>
                    <a:pt x="3889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10741" cy="873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17808" y="2663120"/>
            <a:ext cx="1120664" cy="112066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91541" y="5398482"/>
            <a:ext cx="501983" cy="5019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72845" y="7147921"/>
            <a:ext cx="276628" cy="27662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513369" y="1655568"/>
            <a:ext cx="276628" cy="27662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793483" y="8804850"/>
            <a:ext cx="276628" cy="27662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110084" y="4662615"/>
            <a:ext cx="7325521" cy="1973715"/>
          </a:xfrm>
          <a:custGeom>
            <a:avLst/>
            <a:gdLst/>
            <a:ahLst/>
            <a:cxnLst/>
            <a:rect r="r" b="b" t="t" l="l"/>
            <a:pathLst>
              <a:path h="1973715" w="7325521">
                <a:moveTo>
                  <a:pt x="0" y="0"/>
                </a:moveTo>
                <a:lnTo>
                  <a:pt x="7325521" y="0"/>
                </a:lnTo>
                <a:lnTo>
                  <a:pt x="7325521" y="1973716"/>
                </a:lnTo>
                <a:lnTo>
                  <a:pt x="0" y="1973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89981" y="3843966"/>
            <a:ext cx="4329428" cy="129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5412" spc="-36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Ciclo permanente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08131" y="2965126"/>
            <a:ext cx="4329428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 básicamente el bucle para que el juego regrese al inicio al momento de perder haciendo que regrese a la pantalla de inicio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2579" y="2549538"/>
            <a:ext cx="4976721" cy="3099935"/>
            <a:chOff x="0" y="0"/>
            <a:chExt cx="1310741" cy="816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0741" cy="816444"/>
            </a:xfrm>
            <a:custGeom>
              <a:avLst/>
              <a:gdLst/>
              <a:ahLst/>
              <a:cxnLst/>
              <a:rect r="r" b="b" t="t" l="l"/>
              <a:pathLst>
                <a:path h="816444" w="1310741">
                  <a:moveTo>
                    <a:pt x="38891" y="0"/>
                  </a:moveTo>
                  <a:lnTo>
                    <a:pt x="1271851" y="0"/>
                  </a:lnTo>
                  <a:cubicBezTo>
                    <a:pt x="1293329" y="0"/>
                    <a:pt x="1310741" y="17412"/>
                    <a:pt x="1310741" y="38891"/>
                  </a:cubicBezTo>
                  <a:lnTo>
                    <a:pt x="1310741" y="777553"/>
                  </a:lnTo>
                  <a:cubicBezTo>
                    <a:pt x="1310741" y="787868"/>
                    <a:pt x="1306644" y="797760"/>
                    <a:pt x="1299351" y="805053"/>
                  </a:cubicBezTo>
                  <a:cubicBezTo>
                    <a:pt x="1292057" y="812346"/>
                    <a:pt x="1282165" y="816444"/>
                    <a:pt x="1271851" y="816444"/>
                  </a:cubicBezTo>
                  <a:lnTo>
                    <a:pt x="38891" y="816444"/>
                  </a:lnTo>
                  <a:cubicBezTo>
                    <a:pt x="28576" y="816444"/>
                    <a:pt x="18684" y="812346"/>
                    <a:pt x="11391" y="805053"/>
                  </a:cubicBezTo>
                  <a:cubicBezTo>
                    <a:pt x="4097" y="797760"/>
                    <a:pt x="0" y="787868"/>
                    <a:pt x="0" y="777553"/>
                  </a:cubicBezTo>
                  <a:lnTo>
                    <a:pt x="0" y="38891"/>
                  </a:lnTo>
                  <a:cubicBezTo>
                    <a:pt x="0" y="28576"/>
                    <a:pt x="4097" y="18684"/>
                    <a:pt x="11391" y="11391"/>
                  </a:cubicBezTo>
                  <a:cubicBezTo>
                    <a:pt x="18684" y="4097"/>
                    <a:pt x="28576" y="0"/>
                    <a:pt x="3889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10741" cy="873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17808" y="2663120"/>
            <a:ext cx="1120664" cy="112066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91541" y="5398482"/>
            <a:ext cx="501983" cy="5019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72845" y="7147921"/>
            <a:ext cx="276628" cy="27662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513369" y="1655568"/>
            <a:ext cx="276628" cy="27662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793483" y="8804850"/>
            <a:ext cx="276628" cy="27662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114019" y="2233354"/>
            <a:ext cx="6007694" cy="6330254"/>
          </a:xfrm>
          <a:custGeom>
            <a:avLst/>
            <a:gdLst/>
            <a:ahLst/>
            <a:cxnLst/>
            <a:rect r="r" b="b" t="t" l="l"/>
            <a:pathLst>
              <a:path h="6330254" w="6007694">
                <a:moveTo>
                  <a:pt x="0" y="0"/>
                </a:moveTo>
                <a:lnTo>
                  <a:pt x="6007693" y="0"/>
                </a:lnTo>
                <a:lnTo>
                  <a:pt x="6007693" y="6330255"/>
                </a:lnTo>
                <a:lnTo>
                  <a:pt x="0" y="6330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89981" y="3843966"/>
            <a:ext cx="4329428" cy="188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5412" spc="-36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VISTA PREVIA DEL JUEGO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53151" y="1598418"/>
            <a:ext cx="432942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Resultado del Juego actualmente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0365" y="4099506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764186" y="303275"/>
            <a:ext cx="1495114" cy="461858"/>
            <a:chOff x="0" y="0"/>
            <a:chExt cx="393775" cy="1216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75" cy="121642"/>
            </a:xfrm>
            <a:custGeom>
              <a:avLst/>
              <a:gdLst/>
              <a:ahLst/>
              <a:cxnLst/>
              <a:rect r="r" b="b" t="t" l="l"/>
              <a:pathLst>
                <a:path h="121642" w="393775">
                  <a:moveTo>
                    <a:pt x="60821" y="0"/>
                  </a:moveTo>
                  <a:lnTo>
                    <a:pt x="332954" y="0"/>
                  </a:lnTo>
                  <a:cubicBezTo>
                    <a:pt x="366544" y="0"/>
                    <a:pt x="393775" y="27230"/>
                    <a:pt x="393775" y="60821"/>
                  </a:cubicBezTo>
                  <a:lnTo>
                    <a:pt x="393775" y="60821"/>
                  </a:lnTo>
                  <a:cubicBezTo>
                    <a:pt x="393775" y="76951"/>
                    <a:pt x="387367" y="92421"/>
                    <a:pt x="375961" y="103828"/>
                  </a:cubicBezTo>
                  <a:cubicBezTo>
                    <a:pt x="364555" y="115234"/>
                    <a:pt x="349085" y="121642"/>
                    <a:pt x="332954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141414"/>
            </a:solidFill>
            <a:ln w="9525" cap="rnd">
              <a:solidFill>
                <a:srgbClr val="52525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3775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89803" y="303275"/>
            <a:ext cx="981255" cy="461858"/>
            <a:chOff x="0" y="0"/>
            <a:chExt cx="258438" cy="121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438" cy="121642"/>
            </a:xfrm>
            <a:custGeom>
              <a:avLst/>
              <a:gdLst/>
              <a:ahLst/>
              <a:cxnLst/>
              <a:rect r="r" b="b" t="t" l="l"/>
              <a:pathLst>
                <a:path h="121642" w="258438">
                  <a:moveTo>
                    <a:pt x="60821" y="0"/>
                  </a:moveTo>
                  <a:lnTo>
                    <a:pt x="197617" y="0"/>
                  </a:lnTo>
                  <a:cubicBezTo>
                    <a:pt x="213747" y="0"/>
                    <a:pt x="229218" y="6408"/>
                    <a:pt x="240624" y="17814"/>
                  </a:cubicBezTo>
                  <a:cubicBezTo>
                    <a:pt x="252030" y="29220"/>
                    <a:pt x="258438" y="44690"/>
                    <a:pt x="258438" y="60821"/>
                  </a:cubicBezTo>
                  <a:lnTo>
                    <a:pt x="258438" y="60821"/>
                  </a:lnTo>
                  <a:cubicBezTo>
                    <a:pt x="258438" y="94411"/>
                    <a:pt x="231207" y="121642"/>
                    <a:pt x="197617" y="121642"/>
                  </a:cubicBezTo>
                  <a:lnTo>
                    <a:pt x="60821" y="121642"/>
                  </a:lnTo>
                  <a:cubicBezTo>
                    <a:pt x="44690" y="121642"/>
                    <a:pt x="29220" y="115234"/>
                    <a:pt x="17814" y="103828"/>
                  </a:cubicBezTo>
                  <a:cubicBezTo>
                    <a:pt x="6408" y="92421"/>
                    <a:pt x="0" y="76951"/>
                    <a:pt x="0" y="60821"/>
                  </a:cubicBezTo>
                  <a:lnTo>
                    <a:pt x="0" y="60821"/>
                  </a:lnTo>
                  <a:cubicBezTo>
                    <a:pt x="0" y="44690"/>
                    <a:pt x="6408" y="29220"/>
                    <a:pt x="17814" y="17814"/>
                  </a:cubicBezTo>
                  <a:cubicBezTo>
                    <a:pt x="29220" y="6408"/>
                    <a:pt x="44690" y="0"/>
                    <a:pt x="60821" y="0"/>
                  </a:cubicBezTo>
                  <a:close/>
                </a:path>
              </a:pathLst>
            </a:custGeom>
            <a:solidFill>
              <a:srgbClr val="002EFF"/>
            </a:solidFill>
            <a:ln w="9525" cap="rnd">
              <a:solidFill>
                <a:srgbClr val="002E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8438" cy="178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57093" y="3961662"/>
            <a:ext cx="7845796" cy="163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2"/>
              </a:lnSpc>
            </a:pPr>
            <a:r>
              <a:rPr lang="en-US" sz="12560" spc="-85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GRACIAS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2020" y="371009"/>
            <a:ext cx="156806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Salford &amp; Co.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53375" y="371009"/>
            <a:ext cx="1116735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01247" y="371009"/>
            <a:ext cx="558368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Help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202889" y="8147972"/>
            <a:ext cx="872554" cy="72120"/>
            <a:chOff x="0" y="0"/>
            <a:chExt cx="229809" cy="189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809" cy="18995"/>
            </a:xfrm>
            <a:custGeom>
              <a:avLst/>
              <a:gdLst/>
              <a:ahLst/>
              <a:cxnLst/>
              <a:rect r="r" b="b" t="t" l="l"/>
              <a:pathLst>
                <a:path h="18995" w="229809">
                  <a:moveTo>
                    <a:pt x="0" y="0"/>
                  </a:moveTo>
                  <a:lnTo>
                    <a:pt x="229809" y="0"/>
                  </a:lnTo>
                  <a:lnTo>
                    <a:pt x="229809" y="18995"/>
                  </a:lnTo>
                  <a:lnTo>
                    <a:pt x="0" y="18995"/>
                  </a:ln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9809" cy="7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62455" y="3208726"/>
            <a:ext cx="953422" cy="9534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6565116"/>
            <a:ext cx="501983" cy="50198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511743" y="2584637"/>
            <a:ext cx="276628" cy="27662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84034" y="2446323"/>
            <a:ext cx="276628" cy="27662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E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DAG8LG4p9Ss</dc:identifier>
  <dcterms:modified xsi:type="dcterms:W3CDTF">2011-08-01T06:04:30Z</dcterms:modified>
  <cp:revision>1</cp:revision>
  <dc:title>Blue and Black Modern Quantum Computing Presentation</dc:title>
</cp:coreProperties>
</file>